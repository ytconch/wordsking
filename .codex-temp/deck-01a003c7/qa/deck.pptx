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832118f9c43c4" /><Relationship Type="http://schemas.openxmlformats.org/officeDocument/2006/relationships/extended-properties" Target="/docProps/app.xml" Id="Rc295936cf032470c" /><Relationship Type="http://schemas.openxmlformats.org/officeDocument/2006/relationships/officeDocument" Target="/ppt/presentation.xml" Id="R726db4fb43ce43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f06b9431884aad"/>
  </p:sldMasterIdLst>
  <p:notesMasterIdLst>
    <p:notesMasterId xmlns:r="http://schemas.openxmlformats.org/officeDocument/2006/relationships" r:id="R98af29de5b9142ca"/>
  </p:notesMasterIdLst>
  <p:sldIdLst>
    <p:sldId xmlns:r="http://schemas.openxmlformats.org/officeDocument/2006/relationships" id="256" r:id="Rbaeba8d5c20e4120"/>
    <p:sldId xmlns:r="http://schemas.openxmlformats.org/officeDocument/2006/relationships" id="257" r:id="R49db240dde344f1f"/>
    <p:sldId xmlns:r="http://schemas.openxmlformats.org/officeDocument/2006/relationships" id="258" r:id="R701ea23460454ef8"/>
    <p:sldId xmlns:r="http://schemas.openxmlformats.org/officeDocument/2006/relationships" id="259" r:id="Rd0bd5a1109484639"/>
    <p:sldId xmlns:r="http://schemas.openxmlformats.org/officeDocument/2006/relationships" id="260" r:id="R304d872e30fa41f0"/>
    <p:sldId xmlns:r="http://schemas.openxmlformats.org/officeDocument/2006/relationships" id="261" r:id="R827e34c8d4e942dd"/>
    <p:sldId xmlns:r="http://schemas.openxmlformats.org/officeDocument/2006/relationships" id="262" r:id="R559ef51daae042b2"/>
    <p:sldId xmlns:r="http://schemas.openxmlformats.org/officeDocument/2006/relationships" id="263" r:id="R6b04923d741c4d91"/>
    <p:sldId xmlns:r="http://schemas.openxmlformats.org/officeDocument/2006/relationships" id="264" r:id="R1c7f494895124a23"/>
    <p:sldId xmlns:r="http://schemas.openxmlformats.org/officeDocument/2006/relationships" id="265" r:id="Rf552cd3e427a4f01"/>
    <p:sldId xmlns:r="http://schemas.openxmlformats.org/officeDocument/2006/relationships" id="266" r:id="R68714b6bdb584f5b"/>
    <p:sldId xmlns:r="http://schemas.openxmlformats.org/officeDocument/2006/relationships" id="267" r:id="R7399e68851ed42e7"/>
    <p:sldId xmlns:r="http://schemas.openxmlformats.org/officeDocument/2006/relationships" id="268" r:id="R4d34dd491c164a39"/>
    <p:sldId xmlns:r="http://schemas.openxmlformats.org/officeDocument/2006/relationships" id="269" r:id="R0dc7d78c690d43c3"/>
    <p:sldId xmlns:r="http://schemas.openxmlformats.org/officeDocument/2006/relationships" id="270" r:id="Rf6a10cfb488e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d2f7c60874ba1" /><Relationship Type="http://schemas.openxmlformats.org/officeDocument/2006/relationships/slideMaster" Target="/ppt/slideMasters/slideMaster1.xml" Id="R26f06b9431884aad" /><Relationship Type="http://schemas.openxmlformats.org/officeDocument/2006/relationships/notesMaster" Target="/ppt/notesMasters/notesMaster1.xml" Id="R98af29de5b9142ca" /><Relationship Type="http://schemas.openxmlformats.org/officeDocument/2006/relationships/presProps" Target="/ppt/presProps.xml" Id="Rbd12077acc764752" /><Relationship Type="http://schemas.openxmlformats.org/officeDocument/2006/relationships/tableStyles" Target="/ppt/tableStyles.xml" Id="Rfe250d6a75df4fd8" /><Relationship Type="http://schemas.openxmlformats.org/officeDocument/2006/relationships/slide" Target="/ppt/slides/slide1.xml" Id="Rbaeba8d5c20e4120" /><Relationship Type="http://schemas.openxmlformats.org/officeDocument/2006/relationships/slide" Target="/ppt/slides/slide2.xml" Id="R49db240dde344f1f" /><Relationship Type="http://schemas.openxmlformats.org/officeDocument/2006/relationships/slide" Target="/ppt/slides/slide3.xml" Id="R701ea23460454ef8" /><Relationship Type="http://schemas.openxmlformats.org/officeDocument/2006/relationships/slide" Target="/ppt/slides/slide4.xml" Id="Rd0bd5a1109484639" /><Relationship Type="http://schemas.openxmlformats.org/officeDocument/2006/relationships/slide" Target="/ppt/slides/slide5.xml" Id="R304d872e30fa41f0" /><Relationship Type="http://schemas.openxmlformats.org/officeDocument/2006/relationships/slide" Target="/ppt/slides/slide6.xml" Id="R827e34c8d4e942dd" /><Relationship Type="http://schemas.openxmlformats.org/officeDocument/2006/relationships/slide" Target="/ppt/slides/slide7.xml" Id="R559ef51daae042b2" /><Relationship Type="http://schemas.openxmlformats.org/officeDocument/2006/relationships/slide" Target="/ppt/slides/slide8.xml" Id="R6b04923d741c4d91" /><Relationship Type="http://schemas.openxmlformats.org/officeDocument/2006/relationships/slide" Target="/ppt/slides/slide9.xml" Id="R1c7f494895124a23" /><Relationship Type="http://schemas.openxmlformats.org/officeDocument/2006/relationships/slide" Target="/ppt/slides/slide10.xml" Id="Rf552cd3e427a4f01" /><Relationship Type="http://schemas.openxmlformats.org/officeDocument/2006/relationships/slide" Target="/ppt/slides/slide11.xml" Id="R68714b6bdb584f5b" /><Relationship Type="http://schemas.openxmlformats.org/officeDocument/2006/relationships/slide" Target="/ppt/slides/slide12.xml" Id="R7399e68851ed42e7" /><Relationship Type="http://schemas.openxmlformats.org/officeDocument/2006/relationships/slide" Target="/ppt/slides/slide13.xml" Id="R4d34dd491c164a39" /><Relationship Type="http://schemas.openxmlformats.org/officeDocument/2006/relationships/slide" Target="/ppt/slides/slide14.xml" Id="R0dc7d78c690d43c3" /><Relationship Type="http://schemas.openxmlformats.org/officeDocument/2006/relationships/slide" Target="/ppt/slides/slide15.xml" Id="Rf6a10cfb488e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ff36627ae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5617d48d84c79" /><Relationship Type="http://schemas.openxmlformats.org/officeDocument/2006/relationships/notesMaster" Target="/ppt/notesMasters/notesMaster1.xml" Id="R34417ad89b29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5040bea5346cb" /><Relationship Type="http://schemas.openxmlformats.org/officeDocument/2006/relationships/notesMaster" Target="/ppt/notesMasters/notesMaster1.xml" Id="Rcf0d03e5bf17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ba0fcfe9bb4f7d" /><Relationship Type="http://schemas.openxmlformats.org/officeDocument/2006/relationships/notesMaster" Target="/ppt/notesMasters/notesMaster1.xml" Id="R973e0c216e3c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05f672c894aca" /><Relationship Type="http://schemas.openxmlformats.org/officeDocument/2006/relationships/notesMaster" Target="/ppt/notesMasters/notesMaster1.xml" Id="R3926066945fe49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983b685174779" /><Relationship Type="http://schemas.openxmlformats.org/officeDocument/2006/relationships/notesMaster" Target="/ppt/notesMasters/notesMaster1.xml" Id="Re339fdaeb2a04e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5fd647a2d4090" /><Relationship Type="http://schemas.openxmlformats.org/officeDocument/2006/relationships/notesMaster" Target="/ppt/notesMasters/notesMaster1.xml" Id="R74153cc74d5441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0770c842b4700" /><Relationship Type="http://schemas.openxmlformats.org/officeDocument/2006/relationships/notesMaster" Target="/ppt/notesMasters/notesMaster1.xml" Id="R21b3838aae4244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efdb05c8b247a9" /><Relationship Type="http://schemas.openxmlformats.org/officeDocument/2006/relationships/notesMaster" Target="/ppt/notesMasters/notesMaster1.xml" Id="Rb95272ee13ed41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51d546ef784c83" /><Relationship Type="http://schemas.openxmlformats.org/officeDocument/2006/relationships/notesMaster" Target="/ppt/notesMasters/notesMaster1.xml" Id="Rb940b44f88454c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bbeed79a44e2d" /><Relationship Type="http://schemas.openxmlformats.org/officeDocument/2006/relationships/notesMaster" Target="/ppt/notesMasters/notesMaster1.xml" Id="R143e58e1f4ab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c0d9a514b2415f" /><Relationship Type="http://schemas.openxmlformats.org/officeDocument/2006/relationships/notesMaster" Target="/ppt/notesMasters/notesMaster1.xml" Id="R2d0c9affde5f47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7e882d09994cd1" /><Relationship Type="http://schemas.openxmlformats.org/officeDocument/2006/relationships/notesMaster" Target="/ppt/notesMasters/notesMaster1.xml" Id="Rdad64d9740884a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d6357b53fa4002" /><Relationship Type="http://schemas.openxmlformats.org/officeDocument/2006/relationships/notesMaster" Target="/ppt/notesMasters/notesMaster1.xml" Id="R3a581682032043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6e3921d2b54aa9" /><Relationship Type="http://schemas.openxmlformats.org/officeDocument/2006/relationships/notesMaster" Target="/ppt/notesMasters/notesMaster1.xml" Id="R5d23bceccec542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5c36440de34647" /><Relationship Type="http://schemas.openxmlformats.org/officeDocument/2006/relationships/notesMaster" Target="/ppt/notesMasters/notesMaster1.xml" Id="R505c4616289f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icon and applicant-provided identity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Applicant interview: original learning workflow and observation of classmates.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 and project behavior; no causal learning-effect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captured from a temporary anonymized local clone; no production credentials or names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CreationTime metadata, anonymized SQLite event timestamps, and anonymized server-log categories checked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inspection: server.js, src/routes, src/db, src/middleware, src/utils, public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scripts/image_word_pipeline.py and src/routes/import.js.</a:t>
            </a:r>
          </a:p>
          <a:p xmlns:a="http://schemas.openxmlformats.org/drawingml/2006/main">
            <a:r>
              <a:t>- Anonymized admin screenshot captured from a temporary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SQLite snapshot on 2026-08-15: Words.db, Client.db, Server.db.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pronunciation and analysis-error iteration examples.</a:t>
            </a:r>
          </a:p>
          <a:p xmlns:a="http://schemas.openxmlformats.org/drawingml/2006/main">
            <a:r>
              <a:t>- Local source inspection: src/routes/tts.js and AI import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starting skill level, main growth, and intended study direction.</a:t>
            </a:r>
          </a:p>
          <a:p xmlns:a="http://schemas.openxmlformats.org/drawingml/2006/main">
            <a:r>
              <a:t>- Public service: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public/*.html, public/*.js, src/routes/*.js, server.js.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One-shot test run on 2026-08-15: 26 tests, all passed.</a:t>
            </a:r>
          </a:p>
          <a:p xmlns:a="http://schemas.openxmlformats.org/drawingml/2006/main">
            <a:r>
              <a:t>- Local source: tests/test_image_word_pipeline.py.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filesystem metadata and anonymized SQLite/server-log evidence reviewed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Coding Agent participation was substantial; applicant led requirements, decisions, testing, and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service verified in browser: https://words.ytconch.duckdns.org/</a:t>
            </a:r>
          </a:p>
          <a:p xmlns:a="http://schemas.openxmlformats.org/drawingml/2006/main">
            <a:r>
              <a:t>- Screenshots captured from public entrance and a temporary anonymized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58c3dad6d41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d8793b80ff413b" /><Relationship Type="http://schemas.openxmlformats.org/officeDocument/2006/relationships/slideLayout" Target="/ppt/slideLayouts/slideLayout1.xml" Id="R0c36d59b4df045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6d59b4df0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f1e0dba5441f4" /><Relationship Type="http://schemas.openxmlformats.org/officeDocument/2006/relationships/image" Target="/ppt/media/image.png" Id="R55b1d2d2313649f8" /><Relationship Type="http://schemas.openxmlformats.org/officeDocument/2006/relationships/notesSlide" Target="/ppt/notesSlides/notesSlide1.xml" Id="R7d3a7701c2ff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d571c6a474b65" /><Relationship Type="http://schemas.openxmlformats.org/officeDocument/2006/relationships/notesSlide" Target="/ppt/notesSlides/notesSlide2.xml" Id="Re5efae441d4249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086971754506" /><Relationship Type="http://schemas.openxmlformats.org/officeDocument/2006/relationships/notesSlide" Target="/ppt/notesSlides/notesSlide3.xml" Id="Re6ffffb82b30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9ead39f9d4a9b" /><Relationship Type="http://schemas.openxmlformats.org/officeDocument/2006/relationships/image" Target="/ppt/media/image.jpeg" Id="Ra390659f4f304827" /><Relationship Type="http://schemas.openxmlformats.org/officeDocument/2006/relationships/image" Target="/ppt/media/image2.jpeg" Id="Rc5d98f00af024ad3" /><Relationship Type="http://schemas.openxmlformats.org/officeDocument/2006/relationships/image" Target="/ppt/media/image3.jpeg" Id="Rc7f91af58ed1491e" /><Relationship Type="http://schemas.openxmlformats.org/officeDocument/2006/relationships/notesSlide" Target="/ppt/notesSlides/notesSlide4.xml" Id="Rb5b8de11837f48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b3774d6354bd6" /><Relationship Type="http://schemas.openxmlformats.org/officeDocument/2006/relationships/notesSlide" Target="/ppt/notesSlides/notesSlide5.xml" Id="R954629624d5b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20e33f9b94fa2" /><Relationship Type="http://schemas.openxmlformats.org/officeDocument/2006/relationships/notesSlide" Target="/ppt/notesSlides/notesSlide6.xml" Id="R4a41158397384c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2257aa1624148" /><Relationship Type="http://schemas.openxmlformats.org/officeDocument/2006/relationships/image" Target="/ppt/media/image4.jpeg" Id="R1feb63de987f4611" /><Relationship Type="http://schemas.openxmlformats.org/officeDocument/2006/relationships/notesSlide" Target="/ppt/notesSlides/notesSlide7.xml" Id="R1c1bf8a85a084c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351e45b904d33" /><Relationship Type="http://schemas.openxmlformats.org/officeDocument/2006/relationships/notesSlide" Target="/ppt/notesSlides/notesSlide8.xml" Id="Re6de7573fe72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a92de31484c0e" /><Relationship Type="http://schemas.openxmlformats.org/officeDocument/2006/relationships/notesSlide" Target="/ppt/notesSlides/notesSlide9.xml" Id="R948d357874d1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e37f62a484969" /><Relationship Type="http://schemas.openxmlformats.org/officeDocument/2006/relationships/hyperlink" Target="https://words.ytconch.duckdns.org/" TargetMode="External" Id="R975e0a746a074c68" /><Relationship Type="http://schemas.openxmlformats.org/officeDocument/2006/relationships/notesSlide" Target="/ppt/notesSlides/notesSlide10.xml" Id="R8cde97345d4d48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f682877ad4e18" /><Relationship Type="http://schemas.openxmlformats.org/officeDocument/2006/relationships/notesSlide" Target="/ppt/notesSlides/notesSlide11.xml" Id="R163acd16fcfc47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50bec582f4bef" /><Relationship Type="http://schemas.openxmlformats.org/officeDocument/2006/relationships/notesSlide" Target="/ppt/notesSlides/notesSlide12.xml" Id="R4b77f8f28d134f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bc830b46a4042" /><Relationship Type="http://schemas.openxmlformats.org/officeDocument/2006/relationships/notesSlide" Target="/ppt/notesSlides/notesSlide13.xml" Id="R49f30e3869ce4a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2768ae0724a12" /><Relationship Type="http://schemas.openxmlformats.org/officeDocument/2006/relationships/notesSlide" Target="/ppt/notesSlides/notesSlide14.xml" Id="R7591f20bf67444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39301583c45dc" /><Relationship Type="http://schemas.openxmlformats.org/officeDocument/2006/relationships/image" Target="/ppt/media/image5.jpeg" Id="Raf64546cfa084fbb" /><Relationship Type="http://schemas.openxmlformats.org/officeDocument/2006/relationships/hyperlink" Target="https://words.ytconch.duckdns.org/" TargetMode="External" Id="Rdf90be2bfd4c4e77" /><Relationship Type="http://schemas.openxmlformats.org/officeDocument/2006/relationships/notesSlide" Target="/ppt/notesSlides/notesSlide15.xml" Id="R0faa83f93ac648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0D00AD77-F347-45D2-A6C7-A0BAFEF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FAFC4F2E-CF7D-47BA-8FBE-19CDA8E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d2d2313649f8"/>
          <a:stretch xmlns:a="http://schemas.openxmlformats.org/drawingml/2006/main"/>
        </p:blipFill>
        <p:spPr>
          <a:xfrm xmlns:a="http://schemas.openxmlformats.org/drawingml/2006/main">
            <a:off x="838200" y="1257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ADDFDD1-5039-4D35-8DC6-4E000660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D420F00D-6DA3-4EE9-8E35-574F33AB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137B8A2-F010-47B5-9179-0F948407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B9CAE05-D766-413A-B2F0-F9543EC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B29D44D6-F40F-4960-8CE2-5CAE134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6FFF57D6-2787-4BB3-81A0-A2D81FA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8CEF04E5-07A8-41DF-A026-095825A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05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659260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9F1A9EE3-09FD-41DE-9818-13F88FF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F0070C44-A692-4E87-A3D8-2321A72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9F657428-5A0F-48DE-A4E1-33B690B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32342B20-ED3C-4CDC-9340-BD09758B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真正的起點不是功能，而是一個反覆出現的學習摩擦。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83762DF9-A70B-425F-8C70-9F87906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40F401E-3278-4BD3-B46C-D81A82C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B9D4394F-A31C-41DC-9EF5-A7EA57A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21A46723-9864-4BE2-BE67-ED001E5E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8EDC4751-77D6-4285-9283-E04ADA4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2612653F-BF3E-4466-BD60-AF4F8EA7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E7FE9D7E-BB1D-44FF-911D-072E7EC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9CC88E92-5D33-44D0-8EB2-6768723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167A7383-93A0-4A07-8D47-D8715B49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8503D38D-05B6-402D-9ED2-3EFF5C99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4772A7BD-59FC-4C62-9ED0-056E67E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629CF00F-4803-4A7A-BED7-F9254C16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056999B3-26A6-4804-BF31-32510E20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008D0995-DCBD-4DC1-9E3B-6CE4E9A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1342793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411ED052-744D-450A-AA2D-3C7FC49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83E8FD2-E932-441B-AEC4-4D0180A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9CC04B5A-888F-4A9E-A72B-2F677409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190BCA8C-B63C-44DA-9E34-90D5C9E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我沒有先堆功能，而是先定義一個可以反覆驗證的學習循環。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5CF3078-887F-4202-A6BE-A304575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F37B66A-3E1C-43A9-8CFF-4ED904F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A07355B4-D4C6-425C-8818-79D2A7A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37A575ED-F389-4F8E-83DC-FAAE7AA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145B8980-2883-4C8C-B3F1-F6CCF709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43F5AE-0158-4D54-BA08-B03014B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6FA1F8B3-B0BF-4E14-804E-056317E1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B6BCB21E-1BA5-4E7C-A88D-5ACA885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36481E4C-7BBF-4220-8821-B7F8D9B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255277CA-727E-46FF-9CE9-7E57936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5AC8733E-FF39-484C-9AED-2D340A0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F76BA970-B7B6-4B16-85AB-A03846B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90981932-376F-428B-BE0F-3D00B52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93BCDCDF-CD5F-4A6E-891E-10DF7C5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5A985A2C-2A74-4741-95A1-F35AB02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62D8EB4E-5D87-4143-9CB8-33FBC608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DB229555-30B1-4B42-B0AB-CA50AE3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EBE6EE08-1D31-4F12-B33B-F03DDB4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78E2C8A2-211F-4F3E-A95C-2F9A116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821DCA12-31E7-4805-A09F-8401074E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目前能證明的是『有人使用與持續產生學習紀錄』，尚不能直接推論成績因系統而提升。</a:t>
            </a:r>
          </a:p>
        </p:txBody>
      </p:sp>
    </p:spTree>
    <p:extLst>
      <p:ext uri="{BB962C8B-B14F-4D97-AF65-F5344CB8AC3E}">
        <p14:creationId xmlns:p14="http://schemas.microsoft.com/office/powerpoint/2010/main" val="1886030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2A268952-6338-4B07-AB89-C22C03F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9D705696-1647-401F-8EC4-FD46FC5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8E2205C-821A-4FD6-86B4-75A2437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5EA714E-3862-4001-885E-3870593D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三個核心畫面對應理解、練習與追蹤，而不是孤立功能清單。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7E6880FE-E912-4EA5-9AEC-8A64891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C494ED3-BA48-43A7-BF74-F5F82AE2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0659f4f304827"/>
          <a:srcRect xmlns:a="http://schemas.openxmlformats.org/drawingml/2006/main" l="17682" t="0" r="17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47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98f00af024ad3"/>
          <a:srcRect xmlns:a="http://schemas.openxmlformats.org/drawingml/2006/main" l="17682" t="0" r="17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847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91af58ed1491e"/>
          <a:srcRect xmlns:a="http://schemas.openxmlformats.org/drawingml/2006/main" l="17702" t="0" r="177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847850"/>
            <a:ext cx="33909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91EBFA84-F200-4D0B-873A-728122A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3883CD62-3F78-421F-B4E2-84A00E81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ECE4D15E-924F-4A42-BC3A-4DCFC1D2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A652D1A-3625-4144-8DAA-83674D5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BA8A2605-88F4-48AD-A314-5920E01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101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618511FA-5F1C-4AAD-A853-C2BBA4B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48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D08BDCD4-B362-473C-9D58-F5BA026C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197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19568482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FB4AA786-7937-469D-AE02-F10B961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4BB60F62-E68F-4B9F-9803-BF9ECFE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A21B219D-7CE5-4918-A809-310A341F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四個月內，原型走向可公開使用的服務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7656D43-A58E-454D-BDD7-63A0DCF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時間點採證據分級；資料能證明什麼，就只寫到什麼程度。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6F58941B-FBFD-40FE-A770-0CD199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2112D377-E229-4DCC-ABF0-76162AFC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33C6EB4D-2A16-411E-948F-8727A3D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64BDC737-D7C2-4FC6-918C-4CE5AE05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90F4DC1E-8ED9-4089-91AD-FE5DC613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3D3E2FC2-6C7C-4D3E-9A2C-DDB9C440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專案啟動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9B10D75F-F0BA-46B0-A825-849FA58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src／public 建立時間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9D883F5F-0DF3-4031-87D2-B2C658E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2A8FBF2B-84B7-4F83-9ABE-AA9CFFF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6494725-5CBC-4ED7-998A-D0B29A7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最早練習紀錄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6F08B3F6-8801-44E7-9E09-EBE06F4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 題，答對 15 題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CB9D20-2958-44EB-9720-ADF5B38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FA81E1FB-A2CF-4DD4-B8B9-7FE46A8B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D7DE164D-C359-4125-8FC4-F636C02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匯入管線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6B860133-6484-4C2F-84A6-F749772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核心 pipeline 建立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49F1077-E26F-4D24-814A-157529A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5C07CC8E-A7BC-4B43-8D87-A372D05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EE322FCF-C0BF-46B7-9AA1-677C46F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公網連入證據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3098FD9C-0B51-49B3-B3F0-6D6D4ED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非本機來源 HTTP 請求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9FC4D2C6-334C-43DA-BBD0-3D1F9119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7CE3D01A-7BD5-40F2-BCE0-6D56D7C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91BFAEF6-611A-4CB7-AE79-594F079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持續運作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88DF9517-71AD-404A-AD3F-383168E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資料與使用紀錄仍更新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6F406FBF-64ED-49BD-96DC-E5F27B7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FCD4FD75-F087-4256-984B-62C37A9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直接證據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C56123C0-D56C-4A63-A8EA-B717DE80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CCAA39B6-58FA-4028-997A-3DE3D881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強合理推定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63F8FACE-DDEF-45A7-B424-2BFAAC9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721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沒有 Git commit，因此不把檔案時間偽裝成版本史。</a:t>
            </a:r>
          </a:p>
        </p:txBody>
      </p:sp>
    </p:spTree>
    <p:extLst>
      <p:ext uri="{BB962C8B-B14F-4D97-AF65-F5344CB8AC3E}">
        <p14:creationId xmlns:p14="http://schemas.microsoft.com/office/powerpoint/2010/main" val="1838485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D8C14E4A-CE4F-4F5C-8DD7-FE57A5F6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3395E5B7-382E-4902-8503-1AF3C499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9BF95F1-1D5E-4A3C-A4DF-84921F6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這是一個完整系統，而不是單頁展示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3949B436-BCB7-4D96-ACBC-0DB8D33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C6D930E5-0208-4551-AFDE-81E4F24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758F07F-7A1B-4166-A62B-825071C8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5F324084-F029-4767-947A-8628D60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F390C23B-7548-44B3-9233-57BE4E03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35618429-6C64-4304-9152-2CA3806E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5918FF7F-9A27-4D5C-8D28-9E99681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A9E80714-BC5B-4E65-95D5-34C44B3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518AD0B-B562-4C28-9CA4-E469572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903E48F2-3FC0-47A0-8030-A7EE416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1B6F425F-03D5-4C15-910D-604DDBD1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335BAF15-29F2-4564-B9E0-B17319E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42B28DCE-7B90-43C4-8B9A-1489F15A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4D278844-1916-47F6-A3D8-33D0880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7989A9EE-4508-4BE1-8649-FE57717F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BD5469D6-0DFD-4C54-97BB-9E03CAB9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DF50E200-1142-4C98-A8BD-AF098C5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94E4DB23-6A73-4254-BEF0-2A499D4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97FCFE0-9EE5-4F47-B7AF-C069D09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16ADFC74-57E8-40B6-AEC2-2A5FEC00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32149C6B-7DE9-4921-8E19-C6E1219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2CD68A81-DCD4-424F-987B-B6FC8567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8C5FD908-7FF4-454B-8FA0-F66A112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101A424E-22EE-4B5E-9012-094027C7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真正的挑戰不是『會不會寫一頁』，而是讓資料、權限、錯誤與使用流程能一起運作。</a:t>
            </a:r>
          </a:p>
        </p:txBody>
      </p:sp>
    </p:spTree>
    <p:extLst>
      <p:ext uri="{BB962C8B-B14F-4D97-AF65-F5344CB8AC3E}">
        <p14:creationId xmlns:p14="http://schemas.microsoft.com/office/powerpoint/2010/main" val="1141999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F8CDD297-B65E-45D1-8D12-B680856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E5A96086-097A-4B49-B8A0-AA4BC1DA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4CC6E58A-EBA1-4395-BE75-72001F3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生成不是答案；品質控制才是系統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7054104E-CECE-496D-8EE0-22D2813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一次生成曾出現錯誤，因此我把流程改成分工明確的三階段審查。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D7ABA87A-430C-4D25-9722-F7BD022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78FE0B4-5C9E-4479-8F09-CE906C1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63de987f4611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1767947D-DCBE-457E-9639-20DB4C7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795FB6CB-AD1E-4157-BCAB-BEBD3A0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4359EB57-0111-4BF7-8C53-EE011414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074A7CCF-5A2E-473B-BC63-D268362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C3740F68-B16B-4898-B3C5-638765B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C1210B75-092B-472F-BB36-75F54ED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A404721A-2E64-43E3-9827-AACE247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AB42D36-E64B-4D15-AE67-DA54D27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F7C8082A-1C29-456A-980B-7DAA5DCD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49327296-3386-4E23-A08B-59C43C80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BC3FD8F5-0C4D-4410-82F0-F6B6604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5BA8CE37-6510-467E-B1DC-32D218F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DA1DCDD0-C258-4D5F-96A1-8D01B2B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99B590F-DBCA-4F9B-B655-09A6E8AA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367210C7-822A-461D-9AF9-A2B25FE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330830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07301492-C8BB-4566-9118-A43E214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E77A597F-43C1-4E71-8957-D126D7B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565E3C5-15C5-4361-BBFB-42E36E94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專案已離開『只有我自己用』的階段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83F39BCA-ADA3-467E-AE01-884E8B9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數字代表內容規模與真實行為；不把註冊數或正確率誇大成學習成效。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10027A1D-87DC-4801-BAE5-54C09E11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F501D84-0B72-44DA-98A8-A23E5731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516B4D12-8578-49BE-A125-3619E99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A36A9510-DAC8-4891-8BC4-F7A58C6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E4AD0BF6-9726-49EC-AC50-60C5270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072E06DD-BE0B-43D7-BCE4-FDE5D02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16B4372D-A7D6-4084-90E5-15FE8F2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B2223576-EDEB-4848-A788-9F9C125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75F3228B-7E2B-4970-95EA-4C4A2FC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3A3C7DF7-EA5B-4C74-A027-85ED0EE6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3B881D87-6DA9-49B5-82FC-F73BAC7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不是測試帳號總數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1C27012-5F01-47F8-9B0A-1BEA5FC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11F939BF-1F91-4578-9E95-D856430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CEF2F78B-56A4-4F24-BD3B-A2C915C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C937078C-4925-4159-8F6F-87F0DF3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CD11C240-2D05-4A61-A8BF-DE98526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06E5123D-A23D-4D3C-B8B3-DA74370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資料快照：2026/08/15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20B6CAC9-9AE2-4886-A649-3D092E8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證據能支持『真實使用』；目前沒有前後測，因此不主張系統造成成績提升。</a:t>
            </a:r>
          </a:p>
        </p:txBody>
      </p:sp>
    </p:spTree>
    <p:extLst>
      <p:ext uri="{BB962C8B-B14F-4D97-AF65-F5344CB8AC3E}">
        <p14:creationId xmlns:p14="http://schemas.microsoft.com/office/powerpoint/2010/main" val="501216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B77C45BC-80E2-46CF-BEFA-8539F93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A38A7E2A-B585-49C7-8588-32F7827C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997EA24-3C24-4E2B-BDD9-05125BF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錯誤不是被藏起來，而是變成下一版設計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3F78A26C-2CC3-4269-A9CB-883E73B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同學回報與自行測試共同暴露問題；我只呈現已能說明的改變。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5729E133-3169-453C-9D97-1BBAE79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4DFDAAD-5AF9-4EF2-83F6-3588D5FE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1EE1CBCF-C901-43A8-B24F-336045A3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BAAB51EC-67FF-4D10-A578-720D8AA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ED80C62A-9434-4E40-BD7A-24A35F12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08B183EA-FE97-4156-AC94-03EF7D7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7E41B95-27D7-4DE2-85C3-548B15A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99042795-7D25-43E2-9409-F78DCAE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3E0290CD-567F-400B-8DB8-1819BC6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6F898D9C-0695-40D3-B18C-D884159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29450C36-7D6A-4D8C-9B99-D04AC0A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945EEBD0-0E1E-48C6-BE5A-3690C83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08738F6-2526-4A6E-9773-C3E4F042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E589E06-0E01-4EB9-87E9-1EC5C6D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630AC82B-9C6B-458E-AEF9-A3293B3E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迭代的核心不是『加更多 AI』，而是讓錯誤有被發現、被阻擋、被修正的路徑。</a:t>
            </a:r>
          </a:p>
        </p:txBody>
      </p:sp>
    </p:spTree>
    <p:extLst>
      <p:ext uri="{BB962C8B-B14F-4D97-AF65-F5344CB8AC3E}">
        <p14:creationId xmlns:p14="http://schemas.microsoft.com/office/powerpoint/2010/main" val="1401430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A445A82-1F21-44C7-864D-9F588F4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6F84613F-3900-4245-AC82-72276CE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FFF1BC5D-7693-48BB-9BB0-4690795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我學到的不是『叫 AI 寫程式』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07EA8ABC-5DE7-4F45-88F9-BFC1520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最大的成長，是把模糊需求轉成可被驗收的系統決策。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941EBCE8-3876-43BD-8AA3-9EAA44F7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1B267B1-DAEF-4F27-A53D-0F8A50FE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BB272A60-F188-4BEF-9F15-C1651F7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619B5B41-3968-4DA4-8C4F-F7BA9F2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F4F5AC85-8825-487E-92E0-B1F6869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DFF88FA1-F0E6-4719-995F-A06B323C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340D2B22-FBF6-4EF1-9FBC-64BC6310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39443F3-1782-443E-8AE0-86723A83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A0941D68-3253-479B-BEE2-FA54D76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992015B0-D97D-44BC-8DB2-D53DF17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10B1C50-24BB-4347-AB47-D67975C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975e0a746a074c68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C9A7AE47-2215-4CCA-9BFF-A41CEAC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21872850-304C-4C9D-9E9E-AD587B60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456815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0589DD14-963F-4EC7-9008-0D49665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33E5AF68-118B-4BFA-BD6B-595D5ABA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BE2F58BB-F4DE-4C06-8B55-69956D7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202E079-204C-4EE7-A9DB-A7DA9CC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附錄提供技術完整度；正文不要求評審逐項閱讀。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F3770E8E-4974-4BF6-9780-6DE2D81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674841CC-31F3-441A-82FB-C922357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0ABBD04C-FEB2-4562-B156-199B6A7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7713B2AE-34CF-4186-8094-C0B1A98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2C341D81-E6E4-4628-88B5-EB31BAC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625E77E-A79C-4C12-A545-7FA8D3E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77DDE8FB-3BBE-42B6-AA35-9210327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5C2E6CB-75E3-429F-9177-DAF9123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021AA782-AC2B-4741-9106-BFA61E3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BCA6AAF3-7C44-470C-8C79-200D9AC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C17915A9-FFEF-49FD-9627-A4D1155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EEBDEDDA-7CFE-4424-B24C-B4C05EDE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083C6A15-3BDA-41F0-A131-D35C9FA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9F9A3FED-5496-4D25-B8A4-050994A2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19F6E1FB-0B51-4240-96AB-14B35600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CBFDBDC-974B-4259-9F7C-0DBB522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A3EDFC66-BAF1-4BD2-A175-8046C84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918C6526-64FA-493E-B965-97FF266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CC671A94-879F-40ED-99A0-3994DB6E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02728AD7-8CA9-4AF0-AD2B-766BF14B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4679DBD6-1D04-49FC-8E20-DF88BE8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52A2669E-2104-4B52-AEB6-F62BA160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959FEC5D-411F-4674-9CEC-59341F24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D2DD87BE-6EEB-4087-87CC-FD7782BE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C6EE69AC-79A6-4106-91DC-9BA7FEC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7FB2A88D-0103-4B0F-A495-A4665489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7B3452F7-1FBC-45F3-9FAE-DE09400F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B598EBFD-1818-4A0D-8A9C-BC2EC6B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B3D2DF38-029A-493B-9108-B97AD00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B591AA11-30F4-4064-968A-49C58E9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BE6C88A2-FA04-4913-ABF9-C1CB686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DC764A96-17F1-40B6-BE9F-E9158443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1709160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106207CF-510A-4F5D-8809-44918C64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70F6D570-B8F9-4D5A-8C74-FEFECD7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DC209101-923C-4CAB-A624-4995A13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974537BA-7873-4B0A-B5CD-F3D6329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測試聚焦在模型最常出現、又最容易污染資料庫的輸出差異。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89325985-0125-4D16-AEB9-C2ADB83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B9C6C84C-4A70-4477-9FF4-AA8186B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918A8522-10C9-4B56-ADA0-49E82E4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1107AA2B-9415-4F85-8376-0345BA5F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41F9512D-7079-4E53-98B5-56B426C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一次性測試全部通過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F677F8AE-681E-4BA1-88C3-1B61DFC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ABB9B4E8-7745-4E30-B7BB-4132050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1BBA2DD-EB62-4E1C-B348-C6B13143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D515381E-973C-48EC-BA82-274F3E92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990702F8-BDF1-480A-BBA9-97F5339D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B1B650A7-21B6-4212-9F39-75980CC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E3C440E3-C258-4502-80C3-7A568EA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D4CA4D7B-32B6-4635-900C-9B1E1435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2F6A9AE1-9F6C-416D-8729-902AFE8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9987C00F-794F-43AE-930E-FE5A052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16E33CFB-AE3F-4487-9430-E7124DC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9552B1D3-37D4-4E2B-A831-9AA1C68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0D47C5B7-8F3D-48F9-8245-1021755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DBDF9E11-6874-4229-B0E2-40B6A935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853ABAE9-0602-4C3F-B1A6-5137022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42E0900B-47FE-4FB2-A5EE-406DF5B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C958A7D5-19B2-4798-8E47-EACA2E8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7C618B52-577D-4B49-A15E-3F46414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369DC75B-E34F-4496-945D-E0DEC18B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256848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D5444F83-DD47-4AB2-A14E-EDD7E61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86922E7A-BEDF-46F3-8F7C-D7544AE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4D0CE7F6-0999-4584-8F79-E6ED2C6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時間線採用證據分級，不把推定寫成事實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277437C8-86C5-4CA3-88D5-5CAF08D3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這份報告刻意保留限制，因為可信度比故事完整更重要。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6CA60154-0E88-4F78-B749-8AE2D05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41675B1-B456-40CB-B54D-3D1109F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86A4CAAD-7A96-4648-8227-0417AE23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5DF4FAF7-5C14-4B67-88FC-3637662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41F49C3-D432-4666-91AA-2A0C72D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0DB29D63-4118-4956-AC61-F5FA1A3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可觀察事件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6700B77D-46EC-4819-B9A1-37917527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8732FF37-1A08-4609-9871-057FD18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證據強度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FD73C709-0D85-4B99-B204-CACB2F3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580AC6EA-3ECE-4BA9-BC87-A7CB763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安全措辭／限制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CF613D05-AF05-4B7B-A810-E66D9BE7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09BB366B-EFF4-47AD-BD45-836A547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2026/04/24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CF6F5378-C148-43A4-A674-4BEEB48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D2CD7D5C-F59C-47AE-9A07-8D5DB9E0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src／public 建立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684B3604-7C63-46E5-89CA-0361836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39B5BD31-69B4-4599-B1C5-7EFE32C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72ACA721-68F6-4424-8A0B-17882A2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A109DB4C-81CE-4063-B673-A31AA94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作為啟動時間點，不等於 Git commit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AF97906A-6154-4EDE-BB96-B1882AF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10846020-F5E9-4F72-8211-59A683E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2026/04/25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DA989B0E-7298-4356-A4B0-C184CB0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C8B0010-D81E-47F1-9F47-70E9732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 題／15 題正確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4A16BB87-1FA6-4E0C-BA43-61C333D5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F1A860FF-1A21-40E6-BC24-3DC8CE01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43FFD139-B1D2-41B6-B258-FE583E4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9414B598-8452-4252-B12B-1CFCF00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原帳號已無法回連，不稱第一位同學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7B5D0A6E-9CAB-4605-A788-2302D00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071651E0-CE68-41B9-840F-4044309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2026/04/29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86C7351E-8EF9-4971-878A-6AEEA3A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1CC6C97-E6FA-4843-9181-DB0D92CF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pipeline 建立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01481BBE-4E34-4E4D-8BB2-6D31A1C0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7D70A8E1-C4FA-46DD-BA35-0BB4BAB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1E055907-67FA-47A7-9A64-B194309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5C75BB0A-FF36-47C2-BE9F-B1ADF909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目前工作區檔案時間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56961A08-7B01-495C-B449-965AA75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09D68F15-E8C3-4B88-85AE-33A020BF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2026/05/25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8BDE1FF4-BA8F-44D2-BAA9-4BE80F7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C6BE9180-B835-4F18-8840-45C9D8D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非本機來源請求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16D34E04-66C7-4150-95E7-4E3C1BC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326F5BCB-FF85-449D-8B50-651B28A9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強合理推定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E1936DF1-854A-4944-AFE7-B928369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BE7C4ED2-D3AF-4180-A65E-16C5C74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支持當時具公網連入能力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9EFF0F12-E868-4666-8C95-0ED4D69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C8F183A6-5099-454C-BE48-FE0039E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2026/05/28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AB54971F-3D73-48A8-B1A3-9B2E244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507F642B-68FE-41CE-B15C-C0D4969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一單元重掃成功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CAE5276A-AE8C-4CE6-AFB5-0524718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59C7A53F-50A3-4B22-81C1-361D4E77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E0294D3-A054-47C8-B3CA-2461EEE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33A0D15D-D11A-4CDB-A737-73C8755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仍待人工確認，不稱完成全庫重掃</a:t>
            </a:r>
          </a:p>
        </p:txBody>
      </p:sp>
    </p:spTree>
    <p:extLst>
      <p:ext uri="{BB962C8B-B14F-4D97-AF65-F5344CB8AC3E}">
        <p14:creationId xmlns:p14="http://schemas.microsoft.com/office/powerpoint/2010/main" val="1009805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79C3E023-4430-4F07-BF0F-2E9B25B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FE1D07C2-54AC-4435-93DD-5BB0209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1729BCCA-213E-4331-9BFA-540051A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協作透明揭露：主導權放在決策與驗收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9433CA4A-935E-49FB-91F3-D3DF719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Coding Agent 執行大量程式實作；我的責任是讓系統方向、規則與品質可被解釋。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32533B8B-7228-4205-A4EC-06ACE57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D3EEDCB8-24F0-4024-B717-831B35E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1D815D72-7B0B-45D2-9133-054ED3B5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96DD505C-087D-41F9-B25C-E98D7B8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我負責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339F61EE-E0B3-4E73-B77E-3EF6001A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問題定義與工程判斷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E26D9BBA-EFAB-4880-981D-B07C2613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找出學習痛點與使用情境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拆解需求、決定優先順序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設定資料規則與失敗策略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測試、驗收並要求修正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B5FCEAFF-5EEA-4FE2-AD3E-0D0B394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DCFCF5CC-DB81-4912-BDCE-E8FC7F3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Coding Agent 負責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9408523B-E832-4168-86EC-7695452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大量程式實作與修正執行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3D7D0B83-F629-4A3A-9303-24F4BAA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依規格產生與調整程式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協助除錯、重構與補測試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執行重複性高的修改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由我檢查結果是否符合目的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7DE70631-5447-48AF-B076-E3B3350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我不把 AI 產出的程式冒充為全數手寫；我呈現的是如何運用工具完成可驗證的工程成果。</a:t>
            </a:r>
          </a:p>
        </p:txBody>
      </p:sp>
    </p:spTree>
    <p:extLst>
      <p:ext uri="{BB962C8B-B14F-4D97-AF65-F5344CB8AC3E}">
        <p14:creationId xmlns:p14="http://schemas.microsoft.com/office/powerpoint/2010/main" val="20949870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DF241B44-01B2-4677-9EE4-E653AB8D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D336F022-7655-4510-96F1-A629EAB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622D89CD-E726-4E7B-BF1B-321D952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公開可驗證，但展示資料仍必須保護隱私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DEF637B9-9CF1-4DB1-A3D8-C599500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網址能證明服務可連線；截圖採去識別化副本，避免把同學資料當成作品素材。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B5048ECA-98CD-4DFD-BFF2-489E7F20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B8314461-5ECE-4406-A131-F7B36A8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4546cfa084fbb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1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BDA55592-D597-4018-B352-8F130D7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7D886A5D-DDAE-42F1-8E83-7EFD397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df90be2bfd4c4e77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3957945E-B4BD-4605-B0C6-B906C918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截圖保護措施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169BFABD-8E56-40F5-9719-64EE076B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使用暫存資料庫副本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帳號與顯示名稱全部替換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IP、復原申請與日誌內容去識別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不修改正式資料與公開服務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8E697721-F64C-4E09-AF5E-E1294E9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數據定義：38＝去重造訪者；13＝至少一筆 study_log 的使用者；10,011＝作答事件。</a:t>
            </a:r>
          </a:p>
        </p:txBody>
      </p:sp>
    </p:spTree>
    <p:extLst>
      <p:ext uri="{BB962C8B-B14F-4D97-AF65-F5344CB8AC3E}">
        <p14:creationId xmlns:p14="http://schemas.microsoft.com/office/powerpoint/2010/main" val="1315977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2026-08-15T09:58:27.2890000Z</dcterms:created>
  <dcterms:modified xsi:type="dcterms:W3CDTF">2026-08-15T09:58:27.2890000Z</dcterms:modified>
</coreProperties>
</file>